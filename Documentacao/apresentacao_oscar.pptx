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A000"/>
                </a:solidFill>
              </a:rPr>
              <a:t>Oscar AMPAS — Winner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Projeto Final de Banco de Dados  |  DCC/UFMG  |  Prof. Pedro H. Barros
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1  Dataset e Motivação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2  Modelagem Entidade-Relacionamento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3  Modelo Relacional e Normalização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4  Implementação Física (DDL + PostgreSQL)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5  Pipeline de Carga e Validação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6  Análise Exploratória — 5 Perguntas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7  Principais Achados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8 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1  Dataset — Oscar AMPAS Winner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Fonte: FiveThirtyEight / AMPAS (Academy of Motion Picture Arts and Sciences)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415 registros  ·  10 colunas  ·  período 1927–2014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5 categorias: Best Actor, Best Actress, Best Supporting Actor,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     Best Supporting Actress, Best Director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87 edições  ·  348 vencedores únicos  ·  335 filmes únicos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Desafios de qualidade: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religion: 62% ausente (estrutural — dado não coletado historicamente)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sexual_orientation: string Na tratada como NULL na carga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birth_date: 1 registro ausente; birth_year preservado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2  Modelo Entidade-Relacionamento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5 entidades: VENCEDOR · FILME · CATEGORIA · EDICAO · PREMIO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PREMIO é entidade associativa — conecta as 4 dimensões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id_vencedor  FK → VENCEDOR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id_filme     FK → FILME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id_categoria FK → CATEGORIA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id_edicao    FK → EDICAO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Cardinalidades: todos os relacionamentos N:1 de PREMIO para as dimensões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Participação total em PREMIO (todas as FKs NOT NULL)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Diagrama gerado via dbdiagram.io  (arquivo: diagrama_er.dbml)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961888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Um vencedor pode ter múltiplos prêmios — ex: Katharine Hepburn (4 Oscars)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3  Modelo Relacional e Normalização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vencedor (id_vencedor PK, nome, ano_nascimento, data_nascimento,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local_nascimento, etnia, religiao, orient_sexual)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filme    (id_filme PK, titulo)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categoria (id_categoria PK, nome)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edicao   (id_edicao PK, ano)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premio   (id_premio PK, id_vencedor FK, id_filme FK,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id_categoria FK, id_edicao FK)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Normalização: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1FN ✔  Valores atômicos em todas as colunas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2FN ✔  PKs simples — dependências parciais impossíveis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3FN ✔  Sem dependências transitivas; ano_nascimento mantido pois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1 registro tem birth_year mas não birth_date completa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4  Implementação Física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SGBD: PostgreSQL 16  |  Container Docker: oscar-db  |  BD: oscar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Constraints implementadas: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PKs (SERIAL) em todas as tabelas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NOT NULL em campos obrigatórios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ano &gt;= 1927 na tabela edicao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FKs em premio (ON DELETE RESTRICT)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UNIQUE (id_vencedor, id_categoria, id_edicao) em premio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Índices criados: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idx_premio_vencedor  ·  idx_premio_filme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idx_premio_categoria ·  idx_premio_edicao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5  Pipeline de Carga e Validação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Pipeline Python + psycopg2  (arquivo: 02_carga_dados.py)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Ordem de inserção (respeita FKs):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1. edicao     →  87 linhas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2. categoria  →   5 linhas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3. filme      → 335 linhas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4. vencedor   → 348 linhas  (deduplicados por nome)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5. premio     → 415 linhas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Validação pós-carga (03_validacao_carga.sql):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✔ Zero registros órfãos em todas as FKs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✔ Nenhuma duplicata na constraint uq_premio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✔ NULLs distribuídos como esperado (religion: 219 · orient_sexual: 10)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✔ 30 edições com ≠ 5 prêmios — estrutural (décadas iniciais)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6  Análise Exploratória — 5 Perguntas Investigativas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P1  Filmes com múltiplas vitórias na mesma edição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Técnica: JOIN + GROUP BY + HAVING + STRING_AGG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P2  Evolução da diversidade étnica por década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Técnica: GROUP BY com cálculo de década + percentual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P3  Idade dos vencedores por categoria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Técnica: AVG / MIN / MAX + UNION ALL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P4  Maior intervalo entre vitórias consecutivas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Técnica: CTE + window function LAG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P5  Primeiro vencedor não-branco por categoria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Técnica: CTE + ROW_NUMBER + filtro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7  Principais Achados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</a:rPr>
              <a:t>P1 — Filmes mais dominantes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It Happened One Night (1935)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→ 3 categorias na mesma cerimônia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Gone with the Wind (1940)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→ 3 categorias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Going My Way (1945)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→ 3 categorias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60 filmes no total venceram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2 ou mais categorias na mesma edição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005840"/>
            <a:ext cx="36576" cy="566928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</a:rPr>
              <a:t>P2 — Diversidade étnica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Até os anos 1970: praticamente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0% de vencedores não-brancos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Anos 2000: subiu para ~19%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Ainda longe de representar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a diversidade americana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7  Principais Achados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</a:rPr>
              <a:t>P3 — Idades extremas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Mais jovem: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Tatum O'Neal — 11 anos (1974)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Best Supporting Actress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Mais velho: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Christopher Plummer — 83 anos (2012)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Best Supporting Actor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Média mais jovem: Best Actress (37)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Média mais velha: Best Supp. Actor (51)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005840"/>
            <a:ext cx="36576" cy="566928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</a:rPr>
              <a:t>P4 — Maior intervalo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Helen Hayes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1932 → 1971  (39 anos)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Katharine Hepburn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  1934 → 1968  (34 anos)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Revelam carreiras longas 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retornos históricos ao palco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A1A"/>
                </a:solidFill>
              </a:rPr>
              <a:t>do Oscar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7  Principais Achados — P5: Primeira vitória não-branca por categoria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Best Supporting Actress  →  Hattie McDaniel  (Black)          1940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Best Actor               →  Jose Ferrer       (Hispanic)       1951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Best Supporting Actor    →  Anthony Quinn     (Hispanic)       1953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Best Actress             →  Halle Berry        (Multiracial)   2002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Best Director            →  Ang Lee            (Asian)         2006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→ Best Director demorou 79 anos para ter um vencedor não-branco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→ Best Actress ficou 75 anos sem diversidade racial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→ O dataset cobre até 2014 — padrões recentes (#OscarsSoWhite, 2016)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961888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Técnica: CTE + ROW_NUMBER OVER (PARTITION BY categoria ORDER BY ano)  —  window function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8  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Ciclo completo implementado: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ER  →  Relacional  →  Normalização 3FN  →  DDL  →  Carga  →  EDA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Decisões técnicas relevantes: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Entidade associativa PREMIO captura a granularidade do dataset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UNIQUE (vencedor, categoria, edição) previne duplicatas semânticas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ano_nascimento mantido pois 1 registro não possui data completa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'Na' tratado como NULL na carga (não string vazia)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Achado mais impactante: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→ A Academia levou quase 80 anos para premiar um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diretor não-branco (Ang Lee, 2006)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A000"/>
                </a:solidFill>
              </a:rPr>
              <a:t>Arquivos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Documentacao/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Etapa0_Exploracao/  01_exploracao.ipynb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Etapa1_ModeloER/    diagrama_er.dbml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Etapa3_SQL/         01_ddl_criar_tabelas.sql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            02_carga_dados.py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            03_validacao_carga.sql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Etapa4_EDA/         04_perguntas_investigativas.md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            05_consultas_sql.sql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                    06_visualizacoes.ipynb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Aprendizado/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00_rota_do_projeto.md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01_entidades_regras.md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02_modelo_relacional_normalizacao.md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A1A1A"/>
                </a:solidFill>
              </a:rPr>
              <a:t>  relatorio_tecnico.md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A000"/>
                </a:solidFill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Dúvidas?
Oscar AMPAS  ·  DCC/UFMG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